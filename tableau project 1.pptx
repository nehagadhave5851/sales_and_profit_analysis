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0" d="100"/>
          <a:sy n="60" d="100"/>
        </p:scale>
        <p:origin x="8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393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1226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639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93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136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845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46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410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793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703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256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4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tableauproject1_17681994672930/Story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CB5CB890-E8B6-4950-8BB1-05D0B5C9A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2438" y="580103"/>
            <a:ext cx="9144000" cy="887190"/>
          </a:xfrm>
        </p:spPr>
        <p:txBody>
          <a:bodyPr>
            <a:normAutofit/>
          </a:bodyPr>
          <a:lstStyle/>
          <a:p>
            <a:r>
              <a:rPr lang="en-us" sz="4800" dirty="0">
                <a:hlinkClick r:id="rId2"/>
              </a:rPr>
              <a:t>tableau project 1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4F92F3F1-0307-4C02-8326-EDE67CB20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9061" y="2304866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Sales and Profit Analysis</a:t>
            </a:r>
            <a:endParaRPr sz="4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heet 2">
            <a:extLst>
              <a:ext uri="{FF2B5EF4-FFF2-40B4-BE49-F238E27FC236}">
                <a16:creationId xmlns:a16="http://schemas.microsoft.com/office/drawing/2014/main" id="{C35A31EF-03C2-41E6-82DC-B88690E76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386" y="0"/>
            <a:ext cx="1775637" cy="612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heet 6">
            <a:extLst>
              <a:ext uri="{FF2B5EF4-FFF2-40B4-BE49-F238E27FC236}">
                <a16:creationId xmlns:a16="http://schemas.microsoft.com/office/drawing/2014/main" id="{DF84B328-329A-4334-8FF8-785522BBB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209"/>
            <a:ext cx="12192000" cy="588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heet 4">
            <a:extLst>
              <a:ext uri="{FF2B5EF4-FFF2-40B4-BE49-F238E27FC236}">
                <a16:creationId xmlns:a16="http://schemas.microsoft.com/office/drawing/2014/main" id="{CFC8CFD7-D14E-4273-BBE7-11BCE1D07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574" y="0"/>
            <a:ext cx="9878852" cy="609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heet 9">
            <a:extLst>
              <a:ext uri="{FF2B5EF4-FFF2-40B4-BE49-F238E27FC236}">
                <a16:creationId xmlns:a16="http://schemas.microsoft.com/office/drawing/2014/main" id="{5CB36D0F-A78F-4496-8546-92C0CC395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1507"/>
            <a:ext cx="12192000" cy="397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heet 10">
            <a:extLst>
              <a:ext uri="{FF2B5EF4-FFF2-40B4-BE49-F238E27FC236}">
                <a16:creationId xmlns:a16="http://schemas.microsoft.com/office/drawing/2014/main" id="{BCA62A3B-6031-4F82-80C5-8AB224025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42" y="75207"/>
            <a:ext cx="11334307" cy="601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heet 5">
            <a:extLst>
              <a:ext uri="{FF2B5EF4-FFF2-40B4-BE49-F238E27FC236}">
                <a16:creationId xmlns:a16="http://schemas.microsoft.com/office/drawing/2014/main" id="{246FD43D-18CA-4E50-83EC-0A8947A35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270"/>
            <a:ext cx="12192000" cy="330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Sheet 3">
            <a:extLst>
              <a:ext uri="{FF2B5EF4-FFF2-40B4-BE49-F238E27FC236}">
                <a16:creationId xmlns:a16="http://schemas.microsoft.com/office/drawing/2014/main" id="{B9435601-9498-4DAF-BC39-71A66CAE0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479" y="0"/>
            <a:ext cx="9579935" cy="614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Sheet 8">
            <a:extLst>
              <a:ext uri="{FF2B5EF4-FFF2-40B4-BE49-F238E27FC236}">
                <a16:creationId xmlns:a16="http://schemas.microsoft.com/office/drawing/2014/main" id="{3D3F9636-7509-4776-8BA0-D9496D2C1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16" y="0"/>
            <a:ext cx="9643731" cy="618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Sheet 7">
            <a:extLst>
              <a:ext uri="{FF2B5EF4-FFF2-40B4-BE49-F238E27FC236}">
                <a16:creationId xmlns:a16="http://schemas.microsoft.com/office/drawing/2014/main" id="{139AE84B-09BA-4E57-B876-9C3B1BA49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66" y="95693"/>
            <a:ext cx="9962707" cy="600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Dashboard 1">
            <a:extLst>
              <a:ext uri="{FF2B5EF4-FFF2-40B4-BE49-F238E27FC236}">
                <a16:creationId xmlns:a16="http://schemas.microsoft.com/office/drawing/2014/main" id="{9039DFC4-4EDA-437A-80A7-544986710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306"/>
            <a:ext cx="12192000" cy="576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Dashboard 2">
            <a:extLst>
              <a:ext uri="{FF2B5EF4-FFF2-40B4-BE49-F238E27FC236}">
                <a16:creationId xmlns:a16="http://schemas.microsoft.com/office/drawing/2014/main" id="{ED24F3A3-D8DB-4AD7-8BB0-BA8FAB18A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3402"/>
            <a:ext cx="12192000" cy="573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Sheet 11">
            <a:extLst>
              <a:ext uri="{FF2B5EF4-FFF2-40B4-BE49-F238E27FC236}">
                <a16:creationId xmlns:a16="http://schemas.microsoft.com/office/drawing/2014/main" id="{4721E7EE-B84B-405C-BDE9-C96612FF9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875"/>
            <a:ext cx="12192000" cy="391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Sheet 12">
            <a:extLst>
              <a:ext uri="{FF2B5EF4-FFF2-40B4-BE49-F238E27FC236}">
                <a16:creationId xmlns:a16="http://schemas.microsoft.com/office/drawing/2014/main" id="{E84B4C84-FCFE-4560-BEDE-F5CCB3B08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4824"/>
            <a:ext cx="12192000" cy="608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Sheet 13">
            <a:extLst>
              <a:ext uri="{FF2B5EF4-FFF2-40B4-BE49-F238E27FC236}">
                <a16:creationId xmlns:a16="http://schemas.microsoft.com/office/drawing/2014/main" id="{622CA000-00FD-430C-A8F8-297176B9E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24" y="0"/>
            <a:ext cx="10149151" cy="608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Story 11">
            <a:extLst>
              <a:ext uri="{FF2B5EF4-FFF2-40B4-BE49-F238E27FC236}">
                <a16:creationId xmlns:a16="http://schemas.microsoft.com/office/drawing/2014/main" id="{B82398A2-EA49-42DB-A5F1-7DE04D47A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306"/>
            <a:ext cx="12192000" cy="576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7" descr="Story 21">
            <a:extLst>
              <a:ext uri="{FF2B5EF4-FFF2-40B4-BE49-F238E27FC236}">
                <a16:creationId xmlns:a16="http://schemas.microsoft.com/office/drawing/2014/main" id="{3C65CCB1-BD83-4417-8C39-9360E6846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2" y="0"/>
            <a:ext cx="10918895" cy="611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</TotalTime>
  <Words>7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Algerian</vt:lpstr>
      <vt:lpstr>Arial</vt:lpstr>
      <vt:lpstr>Century Gothic</vt:lpstr>
      <vt:lpstr>Gallery</vt:lpstr>
      <vt:lpstr>tableau project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nehagadhave@outlook.com</cp:lastModifiedBy>
  <cp:revision>2</cp:revision>
  <dcterms:created xsi:type="dcterms:W3CDTF">2026-01-12T06:33:03Z</dcterms:created>
  <dcterms:modified xsi:type="dcterms:W3CDTF">2026-01-12T16:35:39Z</dcterms:modified>
</cp:coreProperties>
</file>